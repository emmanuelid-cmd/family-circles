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94f8b683b145af" /><Relationship Type="http://schemas.openxmlformats.org/officeDocument/2006/relationships/extended-properties" Target="/docProps/app.xml" Id="R234f5c8817b0488b" /><Relationship Type="http://schemas.openxmlformats.org/officeDocument/2006/relationships/officeDocument" Target="/ppt/presentation.xml" Id="Ra4f097e79f30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7386f491e4b65"/>
  </p:sldMasterIdLst>
  <p:notesMasterIdLst>
    <p:notesMasterId xmlns:r="http://schemas.openxmlformats.org/officeDocument/2006/relationships" r:id="R00f075c21ec74cc1"/>
  </p:notesMasterIdLst>
  <p:sldIdLst>
    <p:sldId xmlns:r="http://schemas.openxmlformats.org/officeDocument/2006/relationships" id="256" r:id="R8663f74817034598"/>
    <p:sldId xmlns:r="http://schemas.openxmlformats.org/officeDocument/2006/relationships" id="257" r:id="Rb241be190af04690"/>
    <p:sldId xmlns:r="http://schemas.openxmlformats.org/officeDocument/2006/relationships" id="258" r:id="R56acd8241e954e05"/>
    <p:sldId xmlns:r="http://schemas.openxmlformats.org/officeDocument/2006/relationships" id="259" r:id="R2246fcfc69064b1e"/>
    <p:sldId xmlns:r="http://schemas.openxmlformats.org/officeDocument/2006/relationships" id="260" r:id="R811ed1d12b69460c"/>
    <p:sldId xmlns:r="http://schemas.openxmlformats.org/officeDocument/2006/relationships" id="261" r:id="Rd8150c0c375e448b"/>
    <p:sldId xmlns:r="http://schemas.openxmlformats.org/officeDocument/2006/relationships" id="262" r:id="R62dfd4626b2f4bfe"/>
    <p:sldId xmlns:r="http://schemas.openxmlformats.org/officeDocument/2006/relationships" id="263" r:id="Rd2214b71ebbd4c29"/>
    <p:sldId xmlns:r="http://schemas.openxmlformats.org/officeDocument/2006/relationships" id="264" r:id="R19a89d72fb584216"/>
    <p:sldId xmlns:r="http://schemas.openxmlformats.org/officeDocument/2006/relationships" id="265" r:id="R291e649f8ce3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f0a363aa59465b" /><Relationship Type="http://schemas.openxmlformats.org/officeDocument/2006/relationships/slideMaster" Target="/ppt/slideMasters/slideMaster1.xml" Id="R76d7386f491e4b65" /><Relationship Type="http://schemas.openxmlformats.org/officeDocument/2006/relationships/notesMaster" Target="/ppt/notesMasters/notesMaster1.xml" Id="R00f075c21ec74cc1" /><Relationship Type="http://schemas.openxmlformats.org/officeDocument/2006/relationships/presProps" Target="/ppt/presProps.xml" Id="Rc6ab2e1a1da94b14" /><Relationship Type="http://schemas.openxmlformats.org/officeDocument/2006/relationships/tableStyles" Target="/ppt/tableStyles.xml" Id="R046cb825925c4c9f" /><Relationship Type="http://schemas.openxmlformats.org/officeDocument/2006/relationships/slide" Target="/ppt/slides/slide1.xml" Id="R8663f74817034598" /><Relationship Type="http://schemas.openxmlformats.org/officeDocument/2006/relationships/slide" Target="/ppt/slides/slide2.xml" Id="Rb241be190af04690" /><Relationship Type="http://schemas.openxmlformats.org/officeDocument/2006/relationships/slide" Target="/ppt/slides/slide3.xml" Id="R56acd8241e954e05" /><Relationship Type="http://schemas.openxmlformats.org/officeDocument/2006/relationships/slide" Target="/ppt/slides/slide4.xml" Id="R2246fcfc69064b1e" /><Relationship Type="http://schemas.openxmlformats.org/officeDocument/2006/relationships/slide" Target="/ppt/slides/slide5.xml" Id="R811ed1d12b69460c" /><Relationship Type="http://schemas.openxmlformats.org/officeDocument/2006/relationships/slide" Target="/ppt/slides/slide6.xml" Id="Rd8150c0c375e448b" /><Relationship Type="http://schemas.openxmlformats.org/officeDocument/2006/relationships/slide" Target="/ppt/slides/slide7.xml" Id="R62dfd4626b2f4bfe" /><Relationship Type="http://schemas.openxmlformats.org/officeDocument/2006/relationships/slide" Target="/ppt/slides/slide8.xml" Id="Rd2214b71ebbd4c29" /><Relationship Type="http://schemas.openxmlformats.org/officeDocument/2006/relationships/slide" Target="/ppt/slides/slide9.xml" Id="R19a89d72fb584216" /><Relationship Type="http://schemas.openxmlformats.org/officeDocument/2006/relationships/slide" Target="/ppt/slides/slide10.xml" Id="R291e649f8ce3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a570c523c04e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ec7fe9732d42ba" /><Relationship Type="http://schemas.openxmlformats.org/officeDocument/2006/relationships/notesMaster" Target="/ppt/notesMasters/notesMaster1.xml" Id="R289749ffaebd46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db0cdc4874c77" /><Relationship Type="http://schemas.openxmlformats.org/officeDocument/2006/relationships/notesMaster" Target="/ppt/notesMasters/notesMaster1.xml" Id="Rd5b51372c354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076c5f8d174506" /><Relationship Type="http://schemas.openxmlformats.org/officeDocument/2006/relationships/notesMaster" Target="/ppt/notesMasters/notesMaster1.xml" Id="R079942e4b74e4b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6025ccec1f4985" /><Relationship Type="http://schemas.openxmlformats.org/officeDocument/2006/relationships/notesMaster" Target="/ppt/notesMasters/notesMaster1.xml" Id="R354ac545e6e74a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f7c936b0a401d" /><Relationship Type="http://schemas.openxmlformats.org/officeDocument/2006/relationships/notesMaster" Target="/ppt/notesMasters/notesMaster1.xml" Id="Rdc594c09f3c446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b7d77efe8a4cbf" /><Relationship Type="http://schemas.openxmlformats.org/officeDocument/2006/relationships/notesMaster" Target="/ppt/notesMasters/notesMaster1.xml" Id="Ra2f429589efe4f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ef419cedb349eb" /><Relationship Type="http://schemas.openxmlformats.org/officeDocument/2006/relationships/notesMaster" Target="/ppt/notesMasters/notesMaster1.xml" Id="R078c4c5f78324f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9dc6b86c4946b8" /><Relationship Type="http://schemas.openxmlformats.org/officeDocument/2006/relationships/notesMaster" Target="/ppt/notesMasters/notesMaster1.xml" Id="R730a0b06b8c1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67a47f24d4235" /><Relationship Type="http://schemas.openxmlformats.org/officeDocument/2006/relationships/notesMaster" Target="/ppt/notesMasters/notesMaster1.xml" Id="R9ad775e034ea4c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c4370841f942cd" /><Relationship Type="http://schemas.openxmlformats.org/officeDocument/2006/relationships/notesMaster" Target="/ppt/notesMasters/notesMaster1.xml" Id="R062e35bac319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docs/2026-09-29-circles-net-new-build-prd.md; docs/2026-09-29-video-time-slider-prd.md; docs/2026-10-03-phase-build-evidence.md. App screenshots are local component previews with synthetic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view reconstructs the user-described pre-Circles baseline; no historical pre-Circles screenshot exists in this repository. The right view renders current src/Dashboard.jsx with synthetic data. The 132 count is from src/lib/familyData.js. Current worktree UI changes are uncommitted.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Circles PRD User Journey 1 and Journey 4; src/Dashboard.jsx Circle manager; docs/2026-10-03-phase-build-evidence.md Phase 3. Image uses a local synthetic account. UI screenshot is a working-copy preview; authenticated runtime was not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Rendered current src/Dashboard.jsx and src/pages/UserProfile.jsx with app-local synthetic data. The visited profile uses each person's own ID and name, per docs/phases/Phase-05-synthetic-profile-reels.md. The current working tree includes uncommitted profile display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Circles PRD section 3, User Journeys 1–4. Current prototype supports account organization and local relationship state. Operational Home feed filtering and account availability remain unimplemented per docs/2026-10-03-phase-build-evidence.md. Name-change cues are present in the uncommitted local working tree and should not be called released.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docs/2026-09-29-circles-net-new-build-prd.md section 2b. The slide compresses the PRD text; availability and feed filtering are PRD goals, not implemented operational flows. Stable-ID and membership helper checks are documented in docs/2026-10-03-phase-build-evidence.md.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src/pages/ReelsTimeframe.jsx, src/components/VideoTimeSlider.jsx, src/components/VideoScrubPreview.jsx, and docs/2026-10-03-phase-build-evidence.md. Screenshots captured from a local production-built component preview. Clips are local app assets; no Instagram media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docs/2026-09-29-video-time-slider-prd.md section 3, User Journey 1; docs/2026-10-03-phase-build-evidence.md Phases 6–7. The feature currently works in local demo surfaces. Do not infer all requested video surfaces are operational.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Video PRD does not name a Vitamin/Painkiller/Steroid framework. This is an editorial interpretation of docs/2026-09-29-video-time-slider-prd.md sections 2a and 3. P0 slider and P1 preview have standalone runtime evidence in docs/2026-10-03-phase-build-evidence.md. P2 controls are not integrated.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docs/2026-10-03-phase-build-evidence.md and the local app preview on feat/complete-remaining-phases. No live hosted Supabase or external platform integration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d769e1be8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8caf90b034d40" /><Relationship Type="http://schemas.openxmlformats.org/officeDocument/2006/relationships/slideLayout" Target="/ppt/slideLayouts/slideLayout1.xml" Id="R8ff030c8300a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030c8300a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9be2a0206479c" /><Relationship Type="http://schemas.openxmlformats.org/officeDocument/2006/relationships/notesSlide" Target="/ppt/notesSlides/notesSlide1.xml" Id="Re3ec72de9d424a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7465f67af471b" /><Relationship Type="http://schemas.openxmlformats.org/officeDocument/2006/relationships/image" Target="/ppt/media/image.png" Id="R0cfbd3787d624cf5" /><Relationship Type="http://schemas.openxmlformats.org/officeDocument/2006/relationships/image" Target="/ppt/media/image2.png" Id="R42b8135f901b4495" /><Relationship Type="http://schemas.openxmlformats.org/officeDocument/2006/relationships/notesSlide" Target="/ppt/notesSlides/notesSlide2.xml" Id="Rea3fb9b7c3b745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68124b41b4f00" /><Relationship Type="http://schemas.openxmlformats.org/officeDocument/2006/relationships/image" Target="/ppt/media/image3.png" Id="R5124f86e192e4788" /><Relationship Type="http://schemas.openxmlformats.org/officeDocument/2006/relationships/notesSlide" Target="/ppt/notesSlides/notesSlide3.xml" Id="R8c6b98aaf9d0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956f17d4e4b36" /><Relationship Type="http://schemas.openxmlformats.org/officeDocument/2006/relationships/image" Target="/ppt/media/image4.png" Id="R4e3c07d11ea24a80" /><Relationship Type="http://schemas.openxmlformats.org/officeDocument/2006/relationships/image" Target="/ppt/media/image5.png" Id="R7407ee54768342f1" /><Relationship Type="http://schemas.openxmlformats.org/officeDocument/2006/relationships/notesSlide" Target="/ppt/notesSlides/notesSlide4.xml" Id="Rca537a8addc645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415dc61494f9a" /><Relationship Type="http://schemas.openxmlformats.org/officeDocument/2006/relationships/notesSlide" Target="/ppt/notesSlides/notesSlide5.xml" Id="R3761e90dc31a48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a7fee86394ba6" /><Relationship Type="http://schemas.openxmlformats.org/officeDocument/2006/relationships/notesSlide" Target="/ppt/notesSlides/notesSlide6.xml" Id="R411a2bacf170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ae836581647ab" /><Relationship Type="http://schemas.openxmlformats.org/officeDocument/2006/relationships/image" Target="/ppt/media/image6.png" Id="R2c6a3e2b5a39433c" /><Relationship Type="http://schemas.openxmlformats.org/officeDocument/2006/relationships/image" Target="/ppt/media/image7.png" Id="R8d749876f71b47be" /><Relationship Type="http://schemas.openxmlformats.org/officeDocument/2006/relationships/notesSlide" Target="/ppt/notesSlides/notesSlide7.xml" Id="R4d30b2287e0a4e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79edfafe4a2d" /><Relationship Type="http://schemas.openxmlformats.org/officeDocument/2006/relationships/notesSlide" Target="/ppt/notesSlides/notesSlide8.xml" Id="R170972db299d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78ae7ea164bae" /><Relationship Type="http://schemas.openxmlformats.org/officeDocument/2006/relationships/notesSlide" Target="/ppt/notesSlides/notesSlide9.xml" Id="Ra66195372a6448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79d034a804098" /><Relationship Type="http://schemas.openxmlformats.org/officeDocument/2006/relationships/notesSlide" Target="/ppt/notesSlides/notesSlide10.xml" Id="Rb8aeb42902e140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4B7F9-768F-4197-86BF-F687A9CE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2F2A1-F1AA-4F43-A811-7ACF71F2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Family Circles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1C900-8B4C-4294-B607-93DFF0F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704D"/>
                </a:solidFill>
                <a:latin typeface="Arial"/>
                <a:ea typeface="Arial"/>
                <a:cs typeface="Arial"/>
              </a:rPr>
              <a:t>Net New Build + Video Time-Slider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6532-4BBB-4746-A44F-55464FC9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Product journey, working prototype, and remaining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019B6-AA05-47F1-B3BB-E59214B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October 2026  ·  Family-Circles</a:t>
            </a:r>
          </a:p>
        </p:txBody>
      </p:sp>
    </p:spTree>
    <p:extLst>
      <p:ext uri="{BB962C8B-B14F-4D97-AF65-F5344CB8AC3E}">
        <p14:creationId xmlns:p14="http://schemas.microsoft.com/office/powerpoint/2010/main" val="886929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CAF40-252E-4AEE-87D9-BA177A18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Circles account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5ACF-1C60-4171-A2F8-1EF63FF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27A01-49F2-4A41-AE08-A4FB22B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BEFORE · RECONSTRUCTION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E45E3-A7EA-4F85-8965-952FAE4F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9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77FF"/>
                </a:solidFill>
                <a:latin typeface="Arial"/>
                <a:ea typeface="Arial"/>
                <a:cs typeface="Arial"/>
              </a:rPr>
              <a:t>CURRENT APP · LOCAL PREVIEW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bd3787d624cf5"/>
          <a:stretch xmlns:a="http://schemas.openxmlformats.org/drawingml/2006/main"/>
        </p:blipFill>
        <p:spPr>
          <a:xfrm xmlns:a="http://schemas.openxmlformats.org/drawingml/2006/main">
            <a:off x="1265237" y="1524000"/>
            <a:ext cx="3756025" cy="43338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8135f901b4495"/>
          <a:stretch xmlns:a="http://schemas.openxmlformats.org/drawingml/2006/main"/>
        </p:blipFill>
        <p:spPr>
          <a:xfrm xmlns:a="http://schemas.openxmlformats.org/drawingml/2006/main">
            <a:off x="7075487" y="1524000"/>
            <a:ext cx="375602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CBB7E-D258-48B3-AE21-E6776FC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132 synthetic accounts in the directory. Circle membership now helps the host organize the accounts they follow.</a:t>
            </a:r>
          </a:p>
        </p:txBody>
      </p:sp>
    </p:spTree>
    <p:extLst>
      <p:ext uri="{BB962C8B-B14F-4D97-AF65-F5344CB8AC3E}">
        <p14:creationId xmlns:p14="http://schemas.microsoft.com/office/powerpoint/2010/main" val="1618303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2A8EB-389D-42A8-B9F0-06F8985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Private Circle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5E138-B3A3-4E7F-AC02-588B27C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FEF3B-912C-4A8E-A893-F535447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One person can belong to more than one Circle.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CD9B-01DB-432A-8BFF-9C5E2A8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The host selects an account, opens Circle, and changes only the checked memberships.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934FF-B1F5-4F7B-B413-C62C74EC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Removing someone from a Circle leaves the follow relationship intact.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4f86e192e4788"/>
          <a:stretch xmlns:a="http://schemas.openxmlformats.org/drawingml/2006/main"/>
        </p:blipFill>
        <p:spPr>
          <a:xfrm xmlns:a="http://schemas.openxmlformats.org/drawingml/2006/main">
            <a:off x="6311900" y="1285875"/>
            <a:ext cx="404495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17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4529-8AEC-4A21-93BE-8CE1CFC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Host and visited profiles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7D007-8EEF-43A4-8525-1124A8A5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A1B70-30B0-4ED7-8264-CACFFB7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HOST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2A1CC-24B9-47EE-9390-1606B39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9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77FF"/>
                </a:solidFill>
                <a:latin typeface="Arial"/>
                <a:ea typeface="Arial"/>
                <a:cs typeface="Arial"/>
              </a:rPr>
              <a:t>VISITED USER PROFILE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c07d11ea24a80"/>
          <a:stretch xmlns:a="http://schemas.openxmlformats.org/drawingml/2006/main"/>
        </p:blipFill>
        <p:spPr>
          <a:xfrm xmlns:a="http://schemas.openxmlformats.org/drawingml/2006/main">
            <a:off x="1368425" y="1524000"/>
            <a:ext cx="3549650" cy="4095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7ee54768342f1"/>
          <a:stretch xmlns:a="http://schemas.openxmlformats.org/drawingml/2006/main"/>
        </p:blipFill>
        <p:spPr>
          <a:xfrm xmlns:a="http://schemas.openxmlformats.org/drawingml/2006/main">
            <a:off x="7178675" y="1524000"/>
            <a:ext cx="354965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2210-008C-4E81-92F6-5CB06FFB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The host keeps a separate profile. Synthetic users open their own visited-profile identity.</a:t>
            </a:r>
          </a:p>
        </p:txBody>
      </p:sp>
    </p:spTree>
    <p:extLst>
      <p:ext uri="{BB962C8B-B14F-4D97-AF65-F5344CB8AC3E}">
        <p14:creationId xmlns:p14="http://schemas.microsoft.com/office/powerpoint/2010/main" val="487011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CC40-FFB2-4902-A310-702C3695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Circles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357FF-5890-4619-9F15-DFD3ED7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3B7C1-525E-4395-BACF-E1BB8304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NET NEW BUILD · PRD JOURNEYS 1–4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31ACB-A7EF-4BD4-B1D2-B233D74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01  Organize followed accounts into private Circles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B1411-E35E-454A-B5D3-5AA18CD8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02  Choose a Circle or ALL to find the accounts that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D6E32-3D24-4F4D-87AC-D9E6A79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03  Recognize an account when its app-controlled name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6E64-B380-491B-941C-6300BF1F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04  Adjust membership without an accidental unfollow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55ECA-E462-41E9-B98C-F7EA5624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704D"/>
                </a:solidFill>
                <a:latin typeface="Arial"/>
                <a:ea typeface="Arial"/>
                <a:cs typeface="Arial"/>
              </a:rPr>
              <a:t>Focused Home post filtering and confirmed availability still need an operational result source.</a:t>
            </a:r>
          </a:p>
        </p:txBody>
      </p:sp>
    </p:spTree>
    <p:extLst>
      <p:ext uri="{BB962C8B-B14F-4D97-AF65-F5344CB8AC3E}">
        <p14:creationId xmlns:p14="http://schemas.microsoft.com/office/powerpoint/2010/main" val="90769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6FB48-D75F-49A4-9862-ED54CE97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Circles value: Vitamin · Painkiller · Steroid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0F75B-BE1C-42A7-A610-CCBA6726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FF7B6-610C-42D1-9765-9A6B071C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VITAMIN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59D46-82EE-4922-9437-61BD4A8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Private lists of followed accounts with an ALL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22562-1D09-4F03-94AB-7D05743D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PAINKILLER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D9D60-9E21-460B-AEF7-842C39C6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Focus on chosen accounts; reorganize without unfollowing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0BC25-B933-41B7-8283-99207DD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STEROID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3556D-7DE4-429D-8399-03665949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Stable identity and recent-name cues keep relationships recognizable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CB162-9E7A-4A27-9DA5-DADC77F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PRD value promise. Feed filtering and truthful availability remain future product work.</a:t>
            </a:r>
          </a:p>
        </p:txBody>
      </p:sp>
    </p:spTree>
    <p:extLst>
      <p:ext uri="{BB962C8B-B14F-4D97-AF65-F5344CB8AC3E}">
        <p14:creationId xmlns:p14="http://schemas.microsoft.com/office/powerpoint/2010/main" val="1495965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A6B26-C224-40D9-9BBE-87A0613D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Video demo and time slider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19BAF-1F19-41BE-9927-B803155D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51C52-EAD9-4D87-9CB7-C0EAF7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LOCAL REELS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0C1C4-8D24-49DC-8CAE-9420796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162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9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77FF"/>
                </a:solidFill>
                <a:latin typeface="Arial"/>
                <a:ea typeface="Arial"/>
                <a:cs typeface="Arial"/>
              </a:rPr>
              <a:t>SEEK + SYNCHRONIZED PREVIEW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a3e2b5a39433c"/>
          <a:stretch xmlns:a="http://schemas.openxmlformats.org/drawingml/2006/main"/>
        </p:blipFill>
        <p:spPr>
          <a:xfrm xmlns:a="http://schemas.openxmlformats.org/drawingml/2006/main">
            <a:off x="1279525" y="1524000"/>
            <a:ext cx="3632200" cy="4191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49876f71b47be"/>
          <a:stretch xmlns:a="http://schemas.openxmlformats.org/drawingml/2006/main"/>
        </p:blipFill>
        <p:spPr>
          <a:xfrm xmlns:a="http://schemas.openxmlformats.org/drawingml/2006/main">
            <a:off x="7137400" y="1524000"/>
            <a:ext cx="36322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A4732-B009-4A3D-BA47-012F165F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Ten bundled MP4 clips demonstrate the feature. The labels are fictional demo accounts.</a:t>
            </a:r>
          </a:p>
        </p:txBody>
      </p:sp>
    </p:spTree>
    <p:extLst>
      <p:ext uri="{BB962C8B-B14F-4D97-AF65-F5344CB8AC3E}">
        <p14:creationId xmlns:p14="http://schemas.microsoft.com/office/powerpoint/2010/main" val="1633260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39EAF-C1B6-4C72-AB86-057F1E1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Video Time-Slider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4875C-2AC3-46AA-850F-1C7B012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1BDBC-AED7-4A79-9EB2-546315F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NEW FEATURE · PRD JOURNEY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51A38-6712-44B8-98A6-2AAF013E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01  Open a supported video you can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794C8-50FE-4870-B57A-C8378769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02  Drag or use the keyboard to choose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3C769-9750-471B-9845-79DE6895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03  Inspect the matching frame and timestamp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2628E-B967-45CA-AADE-CB140041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04  Resume from the selected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0CBD3-EE4D-499B-B9A9-D8E3AF35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704D"/>
                </a:solidFill>
                <a:latin typeface="Arial"/>
                <a:ea typeface="Arial"/>
                <a:cs typeface="Arial"/>
              </a:rPr>
              <a:t>P0 seeking and P1 preview are demonstrated on local Reels. Touch and other media surfaces need separate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989842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21E90-441B-42FF-B890-FDDA62EC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Video feature value: Vitamin · Painkiller · Steroid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3C22C-6EEA-494A-BC68-B25D5F5A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A0DCB-8E41-45BA-AF98-9662E916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23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Value framing derived from the New Feature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06518-BC72-46AD-9A9C-4C8C786C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VITAMIN · P0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86072-275C-4CF2-A87A-B3A6D5E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Visible position and duration with direct seeking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A9F04-9804-45E5-86B5-12BF01E1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PAINKILLER · 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4B60D-F831-4CDD-9C73-E8429C69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Preview the moment while scrubbing, without replaying the whole clip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447BF-853D-4E40-8259-7D3B4C04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STEROID · 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EA08A-00EB-4F1E-87AD-4A168A63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Precision range, return marker, and persistent speed are planned</a:t>
            </a:r>
          </a:p>
        </p:txBody>
      </p:sp>
    </p:spTree>
    <p:extLst>
      <p:ext uri="{BB962C8B-B14F-4D97-AF65-F5344CB8AC3E}">
        <p14:creationId xmlns:p14="http://schemas.microsoft.com/office/powerpoint/2010/main" val="1484881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549CC-8B3B-460A-8601-F22173D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6F7"/>
                </a:solidFill>
                <a:latin typeface="Arial"/>
                <a:ea typeface="Arial"/>
                <a:cs typeface="Arial"/>
              </a:rPr>
              <a:t>Current build and open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53929-D34B-4776-AB76-08F6E58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C0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0C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2DBB2-61FC-4042-B662-AFC5795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04D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6F988-6704-4CEC-BF6C-A0FF9E8F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00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Private Circle membership and selection</a:t>
            </a:r>
          </a:p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Stable account identity</a:t>
            </a:r>
          </a:p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Synthetic visited profiles</a:t>
            </a:r>
          </a:p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Local MP4 playback, seeking, and preview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8B9C3-3315-417D-BF41-2CB0A59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9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77FF"/>
                </a:solidFill>
                <a:latin typeface="Arial"/>
                <a:ea typeface="Arial"/>
                <a:cs typeface="Arial"/>
              </a:rPr>
              <a:t>STILL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18190-66E8-4BA3-B4DC-3C7DDA6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Operational Home feed and availability</a:t>
            </a:r>
          </a:p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Video gesture timing and Favorite conflict</a:t>
            </a:r>
          </a:p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Story completion and supported surfaces</a:t>
            </a:r>
          </a:p>
          <a:p xmlns:a="http://schemas.openxmlformats.org/drawingml/2006/main">
            <a:pPr>
              <a:defRPr sz="1875" b="0">
                <a:solidFill>
                  <a:srgbClr val="F6F6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6F6F7"/>
                </a:solidFill>
                <a:latin typeface="Arial"/>
                <a:ea typeface="Arial"/>
                <a:cs typeface="Arial"/>
              </a:rPr>
              <a:t>Persistent speed and precision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DD961-1507-4976-A222-335186C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70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704D"/>
                </a:solidFill>
                <a:latin typeface="Arial"/>
                <a:ea typeface="Arial"/>
                <a:cs typeface="Arial"/>
              </a:rPr>
              <a:t>The name-cue and profile-layout edits in this working copy still need final UI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572071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2026-10-05T14:14:18.0550000Z</dcterms:created>
  <dcterms:modified xsi:type="dcterms:W3CDTF">2026-10-05T14:14:18.0550000Z</dcterms:modified>
</coreProperties>
</file>